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성수동 디저트 카페 경쟁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FDAF0"/>
                </a:solidFill>
              </a:rPr>
              <a:t>데일리브루(자사) 포지셔닝 &amp; 차별화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DBEDB"/>
                </a:solidFill>
              </a:rPr>
              <a:t>AI 공장장 부트캠프 · 리뷰/경쟁 리포트 자동화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1. 시장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20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F5496"/>
                </a:solidFill>
              </a:rPr>
              <a:t>• 성수동 = 카페 밀집 상권, 20~30대 여성·SNS 인증 수요가 핵심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F5496"/>
                </a:solidFill>
              </a:rPr>
              <a:t>• 디저트(치즈케이크·크로플) 중심 객단가 상승, 주말 웨이팅이 일상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F5496"/>
                </a:solidFill>
              </a:rPr>
              <a:t>• 자사 VoC 분석: 부정 리뷰 1위 = '대기시간' (주말 피크 집중)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595959"/>
                </a:solidFill>
              </a:rPr>
              <a:t>– → 회전율·예약 동선이 핵심 경쟁 변수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F5496"/>
                </a:solidFill>
              </a:rPr>
              <a:t>• 디저트 품질·친절은 호평 — 운영(대기·좌석)에서 이탈 발생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2. 경쟁사 비교표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20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54580"/>
                <a:gridCol w="2354580"/>
                <a:gridCol w="2354580"/>
                <a:gridCol w="2354580"/>
              </a:tblGrid>
              <a:tr h="70539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데일리브루(자사)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어반로스터스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슈가힐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모닝릿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콘셉트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F5496"/>
                          </a:solidFill>
                        </a:defRPr>
                      </a:pPr>
                      <a:r>
                        <a:t>디저트 강점 동네카페</a:t>
                      </a:r>
                    </a:p>
                  </a:txBody>
                  <a:tcPr>
                    <a:solidFill>
                      <a:srgbClr val="DEE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스페셜티 로스팅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비주얼 디저트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브런치+카페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시그니처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F5496"/>
                          </a:solidFill>
                        </a:defRPr>
                      </a:pPr>
                      <a:r>
                        <a:t>치즈케이크·크로플</a:t>
                      </a:r>
                    </a:p>
                  </a:txBody>
                  <a:tcPr>
                    <a:solidFill>
                      <a:srgbClr val="DEE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싱글오리진 드립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시즌 케이크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브런치 플레이트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객단가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F5496"/>
                          </a:solidFill>
                        </a:defRPr>
                      </a:pPr>
                      <a:r>
                        <a:t>9,000원</a:t>
                      </a:r>
                    </a:p>
                  </a:txBody>
                  <a:tcPr>
                    <a:solidFill>
                      <a:srgbClr val="DEE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12,000원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11,000원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18,000원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좌석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F5496"/>
                          </a:solidFill>
                        </a:defRPr>
                      </a:pPr>
                      <a:r>
                        <a:t>24석(협소)</a:t>
                      </a:r>
                    </a:p>
                  </a:txBody>
                  <a:tcPr>
                    <a:solidFill>
                      <a:srgbClr val="DEE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40석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30석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55석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주말 웨이팅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F5496"/>
                          </a:solidFill>
                        </a:defRPr>
                      </a:pPr>
                      <a:r>
                        <a:t>길다(이슈)</a:t>
                      </a:r>
                    </a:p>
                  </a:txBody>
                  <a:tcPr>
                    <a:solidFill>
                      <a:srgbClr val="DEE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보통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매우 길다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보통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약점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F5496"/>
                          </a:solidFill>
                        </a:defRPr>
                      </a:pPr>
                      <a:r>
                        <a:t>좌석·대기</a:t>
                      </a:r>
                    </a:p>
                  </a:txBody>
                  <a:tcPr>
                    <a:solidFill>
                      <a:srgbClr val="DEE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디저트 약함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가격·대기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커피 평범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3. 자사 차별화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20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F5496"/>
                </a:solidFill>
              </a:rPr>
              <a:t>• '맛은 슈가힐급, 가격은 합리적' 포지션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595959"/>
                </a:solidFill>
              </a:rPr>
              <a:t>– 디저트 품질 호평을 핵심 메시지로 전면화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F5496"/>
                </a:solidFill>
              </a:rPr>
              <a:t>• 대기시간 약점 정면 대응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595959"/>
                </a:solidFill>
              </a:rPr>
              <a:t>– 주말 모바일 예약/픽업 주문, 좌석 회전 동선 개선 (VoC 1위 직접 해소)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F5496"/>
                </a:solidFill>
              </a:rPr>
              <a:t>• 소규모(24석)의 강점 = 큐레이션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595959"/>
                </a:solidFill>
              </a:rPr>
              <a:t>– 시즌 한정 디저트로 '여기서만' 경험 제공 → 재방문 동기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4. 추천 액션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20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solidFill>
            <a:srgbClr val="FCE4E4"/>
          </a:solidFill>
          <a:ln>
            <a:solidFill>
              <a:srgbClr val="C0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C03939"/>
                </a:solidFill>
              </a:rPr>
              <a:t>⭐ 핵심 액션: 로컬 마이크로 인플루언서 협업 (→ 프로젝트 9 연계)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2F5496"/>
                </a:solidFill>
              </a:rPr>
              <a:t>• SNS 노출 약점을 마이크로 인플루언서로 보완 — '맛+가성비' 인증샷 확산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2F5496"/>
                </a:solidFill>
              </a:rPr>
              <a:t>• 주말 예약/픽업 도입 → 대기 불만 완화 → 재방문율·평점 회복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2F5496"/>
                </a:solidFill>
              </a:rPr>
              <a:t>• 시즌 한정 디저트 캘린더 운영 → 재방문 동기 부여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